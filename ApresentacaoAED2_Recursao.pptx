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383" r:id="rId6"/>
    <p:sldId id="412" r:id="rId7"/>
    <p:sldId id="411" r:id="rId8"/>
    <p:sldId id="398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1" d="100"/>
          <a:sy n="81" d="100"/>
        </p:scale>
        <p:origin x="91" y="1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30/10/2025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30/10/2025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882F-FB37-6772-B4CE-2F100DA0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0330CE5-70F6-76E1-10A1-E4400097D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914C07A-DC2B-5D66-ED4F-C70CEAC4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D15DBFA-2348-7223-73CB-53DF8614E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980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F1CB-5707-A002-7347-F48CC4F4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39C865C-0C97-4BDA-0AEB-75EB1BB9F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682C186-9114-E9B9-BD99-E6D86D07C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3823A5C-E32C-4E7B-55D9-A9223E3C1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8241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9D1245A-4AA8-EDBD-1D79-423E47264108}"/>
              </a:ext>
            </a:extLst>
          </p:cNvPr>
          <p:cNvSpPr>
            <a:spLocks/>
          </p:cNvSpPr>
          <p:nvPr/>
        </p:nvSpPr>
        <p:spPr bwMode="auto">
          <a:xfrm>
            <a:off x="2183364" y="5805488"/>
            <a:ext cx="8484636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defRPr/>
            </a:pP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Volta Redonda</a:t>
            </a:r>
            <a:b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2025</a:t>
            </a:r>
            <a:endParaRPr lang="pt-BR" sz="16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83423C4-130E-4324-FD89-732D86A44900}"/>
              </a:ext>
            </a:extLst>
          </p:cNvPr>
          <p:cNvSpPr>
            <a:spLocks/>
          </p:cNvSpPr>
          <p:nvPr/>
        </p:nvSpPr>
        <p:spPr bwMode="auto">
          <a:xfrm>
            <a:off x="1343472" y="0"/>
            <a:ext cx="91440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>
              <a:defRPr/>
            </a:pPr>
            <a:r>
              <a:rPr lang="pt-BR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Fundação Oswaldo Aranha</a:t>
            </a:r>
          </a:p>
          <a:p>
            <a:pPr algn="ctr">
              <a:defRPr/>
            </a:pPr>
            <a:r>
              <a:rPr lang="pt-BR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Centro Universitário de Volta Redonda</a:t>
            </a:r>
          </a:p>
          <a:p>
            <a:pPr algn="ctr">
              <a:defRPr/>
            </a:pPr>
            <a:r>
              <a:rPr lang="pt-BR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Curso de Graduação em Sistemas de Informação</a:t>
            </a:r>
            <a:br>
              <a:rPr lang="pt-BR" sz="21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</a:br>
            <a:endParaRPr lang="pt-BR" sz="2100" b="1" i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F1BFBEB-309A-309F-BD85-E8DE2C735B49}"/>
              </a:ext>
            </a:extLst>
          </p:cNvPr>
          <p:cNvSpPr>
            <a:spLocks/>
          </p:cNvSpPr>
          <p:nvPr/>
        </p:nvSpPr>
        <p:spPr bwMode="auto">
          <a:xfrm>
            <a:off x="3097763" y="2961481"/>
            <a:ext cx="858416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defRPr/>
            </a:pPr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Recursão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57F6536-F666-7001-07E3-CB220AD36EF7}"/>
              </a:ext>
            </a:extLst>
          </p:cNvPr>
          <p:cNvSpPr>
            <a:spLocks/>
          </p:cNvSpPr>
          <p:nvPr/>
        </p:nvSpPr>
        <p:spPr bwMode="auto">
          <a:xfrm>
            <a:off x="4590662" y="5369216"/>
            <a:ext cx="6077338" cy="100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defRPr/>
            </a:pP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Disciplina</a:t>
            </a:r>
            <a:r>
              <a:rPr lang="pt-BR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:</a:t>
            </a:r>
          </a:p>
          <a:p>
            <a:pPr>
              <a:defRPr/>
            </a:pP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	Algoritmos II</a:t>
            </a:r>
          </a:p>
          <a:p>
            <a:pPr>
              <a:defRPr/>
            </a:pP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Professor:  </a:t>
            </a:r>
            <a:b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r>
              <a:rPr lang="pt-BR" sz="1600" b="1" i="1" dirty="0">
                <a:solidFill>
                  <a:schemeClr val="bg1"/>
                </a:solidFill>
                <a:latin typeface="Arial" charset="0"/>
                <a:cs typeface="Arial" charset="0"/>
              </a:rPr>
              <a:t>	Débora Amorim de Carvalho</a:t>
            </a:r>
            <a:br>
              <a:rPr lang="pt-BR" sz="2100" b="1" i="1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br>
              <a:rPr lang="pt-BR" sz="2100" b="1" i="1" dirty="0">
                <a:solidFill>
                  <a:schemeClr val="bg1"/>
                </a:solidFill>
                <a:latin typeface="Arial" charset="0"/>
                <a:cs typeface="Arial" charset="0"/>
              </a:rPr>
            </a:br>
            <a:endParaRPr lang="pt-BR" sz="21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B518B96-96CD-284E-3EA4-F587D1E56A08}"/>
              </a:ext>
            </a:extLst>
          </p:cNvPr>
          <p:cNvSpPr txBox="1"/>
          <p:nvPr/>
        </p:nvSpPr>
        <p:spPr>
          <a:xfrm>
            <a:off x="9769150" y="4786603"/>
            <a:ext cx="28814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Grupo: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Ana Beatriz dos Santos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Samuel C. Teixeira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João Pedro A. Silveira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Henrique S. Miranda         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 err="1">
                <a:solidFill>
                  <a:schemeClr val="bg1"/>
                </a:solidFill>
              </a:rPr>
              <a:t>Cainan</a:t>
            </a:r>
            <a:r>
              <a:rPr lang="pt-BR" b="1" dirty="0">
                <a:solidFill>
                  <a:schemeClr val="bg1"/>
                </a:solidFill>
              </a:rPr>
              <a:t> Arruda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Pedro Alixandre</a:t>
            </a:r>
            <a:br>
              <a:rPr lang="pt-BR" b="1" dirty="0">
                <a:solidFill>
                  <a:schemeClr val="bg1"/>
                </a:solidFill>
              </a:rPr>
            </a:br>
            <a:br>
              <a:rPr lang="pt-BR" b="1" dirty="0">
                <a:solidFill>
                  <a:schemeClr val="bg1"/>
                </a:solidFill>
              </a:rPr>
            </a:br>
            <a:br>
              <a:rPr lang="pt-BR" b="1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CB4E49E8-9FD6-69D9-33A7-CB455B634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150" y="175195"/>
            <a:ext cx="2259997" cy="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en-US" dirty="0"/>
              <a:t>TAREFA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Contar dígitos de um número</a:t>
            </a:r>
            <a:endParaRPr lang="pt-BR" b="0" dirty="0"/>
          </a:p>
          <a:p>
            <a:pPr marL="402336" lvl="1" indent="0">
              <a:buNone/>
            </a:pPr>
            <a:r>
              <a:rPr lang="pt-BR" dirty="0"/>
              <a:t>Exemplo: contar(1234) = 1 + contar(234), até que o número tenha apenas um dígito.</a:t>
            </a:r>
          </a:p>
          <a:p>
            <a:pPr rtl="0"/>
            <a:endParaRPr lang="pt-BR" dirty="0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1DCFA737-B953-F8CC-684C-414DD0BEA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003" y="5552567"/>
            <a:ext cx="2259997" cy="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4BEF-C52C-46DB-5049-E57EBA5A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20FD365D-F99F-1FBC-AAE1-2DF819659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F67B33ED-2D70-9E86-B092-6D5F7581E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8D57D62B-1F4B-130F-4418-98EBC099C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CB69F6BD-5645-892B-AE4C-5466C3A1C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4381B63D-18D4-6427-F827-B5B5405C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261" y="0"/>
            <a:ext cx="8351739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A6FF44E-B940-927A-B32F-D256AAE9BF7E}"/>
              </a:ext>
            </a:extLst>
          </p:cNvPr>
          <p:cNvSpPr txBox="1"/>
          <p:nvPr/>
        </p:nvSpPr>
        <p:spPr>
          <a:xfrm>
            <a:off x="1106572" y="1614197"/>
            <a:ext cx="129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Código 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EEE7194B-DD58-75B8-A7AC-386A11A7A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60" y="273633"/>
            <a:ext cx="2259997" cy="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1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FF57-C190-EAF9-4B84-3E370375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28292638-AFE9-E74E-1442-DD924453F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9D0B291E-9FFD-D599-A31F-697CD60CC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4BA78C9F-914F-9B9A-DC10-F5FBDA446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61F774D5-6640-9127-0F9A-2D8753027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4CF771-7E9D-AC71-BF0A-9261A1CB1673}"/>
              </a:ext>
            </a:extLst>
          </p:cNvPr>
          <p:cNvSpPr txBox="1"/>
          <p:nvPr/>
        </p:nvSpPr>
        <p:spPr>
          <a:xfrm>
            <a:off x="1106572" y="1614197"/>
            <a:ext cx="129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Código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2EC84B-B21A-35DD-151B-3C1D55E2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092" y="1623760"/>
            <a:ext cx="9192908" cy="3610479"/>
          </a:xfrm>
          <a:prstGeom prst="rect">
            <a:avLst/>
          </a:prstGeom>
        </p:spPr>
      </p:pic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CCCA3646-8EC1-715E-40DC-0AD20C6D2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60" y="157732"/>
            <a:ext cx="2259997" cy="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3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Obrigado!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EBB0FE95-5405-2A7D-2D63-2567E7989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7" y="326024"/>
            <a:ext cx="2259997" cy="8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4369b2-72e4-4004-baaa-48877ca180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F82FE1D6493243B5ECB21385B9F5A5" ma:contentTypeVersion="6" ma:contentTypeDescription="Create a new document." ma:contentTypeScope="" ma:versionID="7dcbaa3eb69f1b9017d367e743213190">
  <xsd:schema xmlns:xsd="http://www.w3.org/2001/XMLSchema" xmlns:xs="http://www.w3.org/2001/XMLSchema" xmlns:p="http://schemas.microsoft.com/office/2006/metadata/properties" xmlns:ns3="0f4369b2-72e4-4004-baaa-48877ca18066" targetNamespace="http://schemas.microsoft.com/office/2006/metadata/properties" ma:root="true" ma:fieldsID="15e900c478fe0598545407d7a80a1d44" ns3:_="">
    <xsd:import namespace="0f4369b2-72e4-4004-baaa-48877ca1806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4369b2-72e4-4004-baaa-48877ca1806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www.w3.org/XML/1998/namespace"/>
    <ds:schemaRef ds:uri="http://purl.org/dc/dcmitype/"/>
    <ds:schemaRef ds:uri="0f4369b2-72e4-4004-baaa-48877ca18066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7E9B4C-B5E2-4FC7-84EE-C0B2004F0E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4369b2-72e4-4004-baaa-48877ca180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{5EEDAE72-69C7-4D13-8D0B-231C3D98152A}TFd3b75063-ff25-434d-b12c-efeaf07d16c313a04d44_win32-67ca2883bb17</Template>
  <TotalTime>33</TotalTime>
  <Words>105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Franklin Gothic Book</vt:lpstr>
      <vt:lpstr>Franklin Gothic Demi</vt:lpstr>
      <vt:lpstr>Personalizado</vt:lpstr>
      <vt:lpstr>Apresentação do PowerPoint</vt:lpstr>
      <vt:lpstr>TAREFA</vt:lpstr>
      <vt:lpstr>Apresentação do PowerPoint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PEDRO ALVES SILVEIRA</dc:creator>
  <cp:lastModifiedBy>JOAO PEDRO ALVES SILVEIRA</cp:lastModifiedBy>
  <cp:revision>1</cp:revision>
  <dcterms:created xsi:type="dcterms:W3CDTF">2025-10-30T22:07:28Z</dcterms:created>
  <dcterms:modified xsi:type="dcterms:W3CDTF">2025-10-30T22:41:20Z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0x0101004EF82FE1D6493243B5ECB21385B9F5A5</vt:lpwstr>
  </property>
</Properties>
</file>